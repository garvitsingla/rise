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C30B95F-7136-4340-A320-295C5571AB89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2D083C1D-9654-4DC0-9BBD-9D5DE9297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19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0CA0D6-CD10-9FF9-72EC-8CD3362E2B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" r="2613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DA16F5-124B-15C0-740F-63C99217A90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928" y="1151466"/>
            <a:ext cx="4891179" cy="28966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5802A6-6EAB-6EFE-1794-0386CBD1139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019" y="184741"/>
            <a:ext cx="3275323" cy="9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69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Right 7">
            <a:extLst>
              <a:ext uri="{FF2B5EF4-FFF2-40B4-BE49-F238E27FC236}">
                <a16:creationId xmlns:a16="http://schemas.microsoft.com/office/drawing/2014/main" id="{A51D74F1-5C8D-DD72-2FF4-9E8513BC44D7}"/>
              </a:ext>
            </a:extLst>
          </p:cNvPr>
          <p:cNvSpPr/>
          <p:nvPr/>
        </p:nvSpPr>
        <p:spPr>
          <a:xfrm>
            <a:off x="2044931" y="4089863"/>
            <a:ext cx="5993476" cy="145472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C656E6-44A5-9F87-98F1-6B27323876CD}"/>
              </a:ext>
            </a:extLst>
          </p:cNvPr>
          <p:cNvSpPr txBox="1"/>
          <p:nvPr/>
        </p:nvSpPr>
        <p:spPr>
          <a:xfrm>
            <a:off x="1791392" y="5577842"/>
            <a:ext cx="65005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HERE</a:t>
            </a:r>
          </a:p>
        </p:txBody>
      </p:sp>
    </p:spTree>
    <p:extLst>
      <p:ext uri="{BB962C8B-B14F-4D97-AF65-F5344CB8AC3E}">
        <p14:creationId xmlns:p14="http://schemas.microsoft.com/office/powerpoint/2010/main" val="2164382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Right 7">
            <a:extLst>
              <a:ext uri="{FF2B5EF4-FFF2-40B4-BE49-F238E27FC236}">
                <a16:creationId xmlns:a16="http://schemas.microsoft.com/office/drawing/2014/main" id="{A51D74F1-5C8D-DD72-2FF4-9E8513BC44D7}"/>
              </a:ext>
            </a:extLst>
          </p:cNvPr>
          <p:cNvSpPr/>
          <p:nvPr/>
        </p:nvSpPr>
        <p:spPr>
          <a:xfrm rot="10800000">
            <a:off x="1791392" y="4123115"/>
            <a:ext cx="5993476" cy="145472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C656E6-44A5-9F87-98F1-6B27323876CD}"/>
              </a:ext>
            </a:extLst>
          </p:cNvPr>
          <p:cNvSpPr txBox="1"/>
          <p:nvPr/>
        </p:nvSpPr>
        <p:spPr>
          <a:xfrm>
            <a:off x="1791392" y="5577842"/>
            <a:ext cx="65005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HERE</a:t>
            </a:r>
          </a:p>
        </p:txBody>
      </p:sp>
    </p:spTree>
    <p:extLst>
      <p:ext uri="{BB962C8B-B14F-4D97-AF65-F5344CB8AC3E}">
        <p14:creationId xmlns:p14="http://schemas.microsoft.com/office/powerpoint/2010/main" val="1245764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4</Words>
  <Application>Microsoft Office PowerPoint</Application>
  <PresentationFormat>A4 Paper (210x297 mm)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manoj hp</dc:creator>
  <cp:lastModifiedBy>manoj hp</cp:lastModifiedBy>
  <cp:revision>2</cp:revision>
  <dcterms:created xsi:type="dcterms:W3CDTF">2024-03-21T09:41:20Z</dcterms:created>
  <dcterms:modified xsi:type="dcterms:W3CDTF">2024-03-21T09:47:29Z</dcterms:modified>
</cp:coreProperties>
</file>